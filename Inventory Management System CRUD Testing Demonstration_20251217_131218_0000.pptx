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T Commons Pro Expanded" charset="1" panose="020B0103030102020204"/>
      <p:regular r:id="rId13"/>
    </p:embeddedFont>
    <p:embeddedFont>
      <p:font typeface="Tek Arabic Condensed Bold" charset="1" panose="00000000000000000000"/>
      <p:regular r:id="rId14"/>
    </p:embeddedFont>
    <p:embeddedFont>
      <p:font typeface="Tek Arabic Condensed" charset="1" panose="00000000000000000000"/>
      <p:regular r:id="rId15"/>
    </p:embeddedFont>
    <p:embeddedFont>
      <p:font typeface="Tek Arabic Condensed Medium" charset="1" panose="00000000000000000000"/>
      <p:regular r:id="rId16"/>
    </p:embeddedFont>
    <p:embeddedFont>
      <p:font typeface="Tek Arabic Condensed Semi-Bold" charset="1" panose="00000000000000000000"/>
      <p:regular r:id="rId17"/>
    </p:embeddedFont>
    <p:embeddedFont>
      <p:font typeface="TT Commons Pro Expanded Bold" charset="1" panose="020B01030301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86491" y="8391525"/>
            <a:ext cx="4515018" cy="971550"/>
            <a:chOff x="0" y="0"/>
            <a:chExt cx="1551559" cy="3338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1559" cy="333867"/>
            </a:xfrm>
            <a:custGeom>
              <a:avLst/>
              <a:gdLst/>
              <a:ahLst/>
              <a:cxnLst/>
              <a:rect r="r" b="b" t="t" l="l"/>
              <a:pathLst>
                <a:path h="333867" w="1551559">
                  <a:moveTo>
                    <a:pt x="0" y="0"/>
                  </a:moveTo>
                  <a:lnTo>
                    <a:pt x="1551559" y="0"/>
                  </a:lnTo>
                  <a:lnTo>
                    <a:pt x="1551559" y="333867"/>
                  </a:lnTo>
                  <a:lnTo>
                    <a:pt x="0" y="333867"/>
                  </a:lnTo>
                  <a:close/>
                </a:path>
              </a:pathLst>
            </a:custGeom>
            <a:solidFill>
              <a:srgbClr val="9CECF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897880" y="8670941"/>
            <a:ext cx="6492240" cy="46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3458">
                <a:solidFill>
                  <a:srgbClr val="0B1B27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Benedick D. Hamor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95764" y="3459904"/>
            <a:ext cx="11696471" cy="343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7"/>
              </a:lnSpc>
            </a:pPr>
            <a:r>
              <a:rPr lang="en-US" b="true" sz="8096">
                <a:solidFill>
                  <a:srgbClr val="FFFFFF"/>
                </a:solidFill>
                <a:latin typeface="Tek Arabic Condensed Bold"/>
                <a:ea typeface="Tek Arabic Condensed Bold"/>
                <a:cs typeface="Tek Arabic Condensed Bold"/>
                <a:sym typeface="Tek Arabic Condensed Bold"/>
              </a:rPr>
              <a:t>INVENTORY MANAGEMENT SYSTEMCRUD TESTING DEMONSTRATION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8008" y="6172200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29848" y="1095375"/>
            <a:ext cx="10828304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999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System Presentation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3967460" y="0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4114800"/>
                </a:moveTo>
                <a:lnTo>
                  <a:pt x="3291840" y="4114800"/>
                </a:lnTo>
                <a:lnTo>
                  <a:pt x="32918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0" id="10"/>
          <p:cNvSpPr/>
          <p:nvPr/>
        </p:nvSpPr>
        <p:spPr>
          <a:xfrm rot="0">
            <a:off x="5897880" y="1796172"/>
            <a:ext cx="6492240" cy="0"/>
          </a:xfrm>
          <a:prstGeom prst="line">
            <a:avLst/>
          </a:prstGeom>
          <a:ln cap="flat" w="28575">
            <a:solidFill>
              <a:srgbClr val="9CECF1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29848" y="1266038"/>
            <a:ext cx="10828304" cy="134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2"/>
              </a:lnSpc>
            </a:pPr>
            <a:r>
              <a:rPr lang="en-US" sz="9299">
                <a:solidFill>
                  <a:srgbClr val="FFFFFF"/>
                </a:solidFill>
                <a:latin typeface="Tek Arabic Condensed"/>
                <a:ea typeface="Tek Arabic Condensed"/>
                <a:cs typeface="Tek Arabic Condensed"/>
                <a:sym typeface="Tek Arabic Condensed"/>
              </a:rPr>
              <a:t>Overview 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5260076" y="2462378"/>
            <a:ext cx="7767848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267450" y="3408587"/>
            <a:ext cx="6589994" cy="151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13"/>
              </a:lnSpc>
            </a:pPr>
            <a:r>
              <a:rPr lang="en-US" sz="5699">
                <a:solidFill>
                  <a:srgbClr val="FFFFFF"/>
                </a:solidFill>
                <a:latin typeface="Tek Arabic Condensed"/>
                <a:ea typeface="Tek Arabic Condensed"/>
                <a:cs typeface="Tek Arabic Condensed"/>
                <a:sym typeface="Tek Arabic Condensed"/>
              </a:rPr>
              <a:t>Full-Stack CRUD Inventory Management System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821807"/>
            <a:ext cx="6857444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13"/>
              </a:lnSpc>
            </a:pPr>
            <a:r>
              <a:rPr lang="en-US" sz="5699">
                <a:solidFill>
                  <a:srgbClr val="FFFFFF"/>
                </a:solidFill>
                <a:latin typeface="Tek Arabic Condensed"/>
                <a:ea typeface="Tek Arabic Condensed"/>
                <a:cs typeface="Tek Arabic Condensed"/>
                <a:sym typeface="Tek Arabic Condensed"/>
              </a:rPr>
              <a:t>Deployed Web Application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556" y="3408587"/>
            <a:ext cx="6857444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699">
                <a:solidFill>
                  <a:srgbClr val="FFFFFF"/>
                </a:solidFill>
                <a:latin typeface="Tek Arabic Condensed"/>
                <a:ea typeface="Tek Arabic Condensed"/>
                <a:cs typeface="Tek Arabic Condensed"/>
                <a:sym typeface="Tek Arabic Condensed"/>
              </a:rPr>
              <a:t>REST API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556" y="6455094"/>
            <a:ext cx="6857444" cy="151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699">
                <a:solidFill>
                  <a:srgbClr val="FFFFFF"/>
                </a:solidFill>
                <a:latin typeface="Tek Arabic Condensed"/>
                <a:ea typeface="Tek Arabic Condensed"/>
                <a:cs typeface="Tek Arabic Condensed"/>
                <a:sym typeface="Tek Arabic Condensed"/>
              </a:rPr>
              <a:t>Validate Frontend - Backend Communication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71541" y="3463069"/>
            <a:ext cx="3544818" cy="157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831"/>
              </a:lnSpc>
            </a:pPr>
            <a:r>
              <a:rPr lang="en-US" b="true" sz="11599">
                <a:solidFill>
                  <a:srgbClr val="9CECF1"/>
                </a:solidFill>
                <a:latin typeface="Tek Arabic Condensed Medium"/>
                <a:ea typeface="Tek Arabic Condensed Medium"/>
                <a:cs typeface="Tek Arabic Condensed Medium"/>
                <a:sym typeface="Tek Arabic Condensed Medium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4821" y="6550344"/>
            <a:ext cx="1331538" cy="157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831"/>
              </a:lnSpc>
            </a:pPr>
            <a:r>
              <a:rPr lang="en-US" b="true" sz="11599">
                <a:solidFill>
                  <a:srgbClr val="9CECF1"/>
                </a:solidFill>
                <a:latin typeface="Tek Arabic Condensed Medium"/>
                <a:ea typeface="Tek Arabic Condensed Medium"/>
                <a:cs typeface="Tek Arabic Condensed Medium"/>
                <a:sym typeface="Tek Arabic Condensed Medium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48648" y="3503837"/>
            <a:ext cx="3544818" cy="157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31"/>
              </a:lnSpc>
            </a:pPr>
            <a:r>
              <a:rPr lang="en-US" b="true" sz="11599">
                <a:solidFill>
                  <a:srgbClr val="9CECF1"/>
                </a:solidFill>
                <a:latin typeface="Tek Arabic Condensed Medium"/>
                <a:ea typeface="Tek Arabic Condensed Medium"/>
                <a:cs typeface="Tek Arabic Condensed Medium"/>
                <a:sym typeface="Tek Arabic Condensed Medium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48648" y="6550344"/>
            <a:ext cx="1245395" cy="157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31"/>
              </a:lnSpc>
            </a:pPr>
            <a:r>
              <a:rPr lang="en-US" b="true" sz="11599">
                <a:solidFill>
                  <a:srgbClr val="9CECF1"/>
                </a:solidFill>
                <a:latin typeface="Tek Arabic Condensed Medium"/>
                <a:ea typeface="Tek Arabic Condensed Medium"/>
                <a:cs typeface="Tek Arabic Condensed Medium"/>
                <a:sym typeface="Tek Arabic Condensed Medium"/>
              </a:rPr>
              <a:t>04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14633625" y="0"/>
            <a:ext cx="2625675" cy="3282094"/>
          </a:xfrm>
          <a:custGeom>
            <a:avLst/>
            <a:gdLst/>
            <a:ahLst/>
            <a:cxnLst/>
            <a:rect r="r" b="b" t="t" l="l"/>
            <a:pathLst>
              <a:path h="3282094" w="2625675">
                <a:moveTo>
                  <a:pt x="0" y="3282094"/>
                </a:moveTo>
                <a:lnTo>
                  <a:pt x="2625675" y="3282094"/>
                </a:lnTo>
                <a:lnTo>
                  <a:pt x="2625675" y="0"/>
                </a:lnTo>
                <a:lnTo>
                  <a:pt x="0" y="0"/>
                </a:lnTo>
                <a:lnTo>
                  <a:pt x="0" y="32820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104173" y="40767"/>
            <a:ext cx="2625675" cy="3282094"/>
          </a:xfrm>
          <a:custGeom>
            <a:avLst/>
            <a:gdLst/>
            <a:ahLst/>
            <a:cxnLst/>
            <a:rect r="r" b="b" t="t" l="l"/>
            <a:pathLst>
              <a:path h="3282094" w="2625675">
                <a:moveTo>
                  <a:pt x="2625675" y="3282095"/>
                </a:moveTo>
                <a:lnTo>
                  <a:pt x="0" y="3282095"/>
                </a:lnTo>
                <a:lnTo>
                  <a:pt x="0" y="0"/>
                </a:lnTo>
                <a:lnTo>
                  <a:pt x="2625675" y="0"/>
                </a:lnTo>
                <a:lnTo>
                  <a:pt x="2625675" y="32820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1095375"/>
            <a:ext cx="8838490" cy="1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78"/>
              </a:lnSpc>
            </a:pPr>
            <a:r>
              <a:rPr lang="en-US" b="true" sz="8899">
                <a:solidFill>
                  <a:srgbClr val="FFFFFF"/>
                </a:solidFill>
                <a:latin typeface="Tek Arabic Condensed Semi-Bold"/>
                <a:ea typeface="Tek Arabic Condensed Semi-Bold"/>
                <a:cs typeface="Tek Arabic Condensed Semi-Bold"/>
                <a:sym typeface="Tek Arabic Condensed Semi-Bold"/>
              </a:rPr>
              <a:t>Test Case Demonstration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5133975"/>
            <a:ext cx="914400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READ - Retrieve product list.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CREATE - Add product.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UPDATE - Edit product details.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DELETE - Remove product.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144000" y="2434590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028700" y="7077972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0"/>
                </a:moveTo>
                <a:lnTo>
                  <a:pt x="0" y="0"/>
                </a:lnTo>
                <a:lnTo>
                  <a:pt x="0" y="3209028"/>
                </a:lnTo>
                <a:lnTo>
                  <a:pt x="2567222" y="3209028"/>
                </a:lnTo>
                <a:lnTo>
                  <a:pt x="2567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9144000" y="2434590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7077972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0"/>
                </a:moveTo>
                <a:lnTo>
                  <a:pt x="0" y="0"/>
                </a:lnTo>
                <a:lnTo>
                  <a:pt x="0" y="3209028"/>
                </a:lnTo>
                <a:lnTo>
                  <a:pt x="2567222" y="3209028"/>
                </a:lnTo>
                <a:lnTo>
                  <a:pt x="2567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1095375"/>
            <a:ext cx="6522966" cy="1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878"/>
              </a:lnSpc>
              <a:spcBef>
                <a:spcPct val="0"/>
              </a:spcBef>
            </a:pPr>
            <a:r>
              <a:rPr lang="en-US" b="true" sz="8899">
                <a:solidFill>
                  <a:srgbClr val="FFFFFF"/>
                </a:solidFill>
                <a:latin typeface="Tek Arabic Condensed Semi-Bold"/>
                <a:ea typeface="Tek Arabic Condensed Semi-Bold"/>
                <a:cs typeface="Tek Arabic Condensed Semi-Bold"/>
                <a:sym typeface="Tek Arabic Condensed Semi-Bold"/>
              </a:rPr>
              <a:t>Bugs Encountered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4292" y="4191558"/>
            <a:ext cx="13903708" cy="278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3"/>
              </a:lnSpc>
            </a:pPr>
            <a:r>
              <a:rPr lang="en-US" sz="4561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BUG-01 : Orders module validation missing.</a:t>
            </a:r>
          </a:p>
          <a:p>
            <a:pPr algn="l">
              <a:lnSpc>
                <a:spcPts val="5473"/>
              </a:lnSpc>
            </a:pPr>
            <a:r>
              <a:rPr lang="en-US" sz="4561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Severity : Medium</a:t>
            </a:r>
          </a:p>
          <a:p>
            <a:pPr algn="l">
              <a:lnSpc>
                <a:spcPts val="5473"/>
              </a:lnSpc>
            </a:pPr>
            <a:r>
              <a:rPr lang="en-US" sz="4561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BUG-02 : Mobile sidebar laout issue.</a:t>
            </a:r>
          </a:p>
          <a:p>
            <a:pPr algn="l">
              <a:lnSpc>
                <a:spcPts val="5473"/>
              </a:lnSpc>
            </a:pPr>
            <a:r>
              <a:rPr lang="en-US" sz="4561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Severity : 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9144000" y="2434590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7077972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0"/>
                </a:moveTo>
                <a:lnTo>
                  <a:pt x="0" y="0"/>
                </a:lnTo>
                <a:lnTo>
                  <a:pt x="0" y="3209028"/>
                </a:lnTo>
                <a:lnTo>
                  <a:pt x="2567222" y="3209028"/>
                </a:lnTo>
                <a:lnTo>
                  <a:pt x="2567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95324" y="1488761"/>
            <a:ext cx="8884888" cy="96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446"/>
              </a:lnSpc>
              <a:spcBef>
                <a:spcPct val="0"/>
              </a:spcBef>
            </a:pPr>
            <a:r>
              <a:rPr lang="en-US" b="true" sz="6708">
                <a:solidFill>
                  <a:srgbClr val="FFFFFF"/>
                </a:solidFill>
                <a:latin typeface="Tek Arabic Condensed Semi-Bold"/>
                <a:ea typeface="Tek Arabic Condensed Semi-Bold"/>
                <a:cs typeface="Tek Arabic Condensed Semi-Bold"/>
                <a:sym typeface="Tek Arabic Condensed Semi-Bold"/>
              </a:rPr>
              <a:t>Frontend - Backend Connection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133975"/>
            <a:ext cx="91440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Fontend handles UI and user interaction.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Backend handles business logic and database.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API Connects frontend and backend.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5496" y="3305175"/>
            <a:ext cx="6763912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Frontend: 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fetch('/api/products', { method: 'POST' })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Backend: 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app.post('/products')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9144000" y="2434590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7077972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0"/>
                </a:moveTo>
                <a:lnTo>
                  <a:pt x="0" y="0"/>
                </a:lnTo>
                <a:lnTo>
                  <a:pt x="0" y="3209028"/>
                </a:lnTo>
                <a:lnTo>
                  <a:pt x="2567222" y="3209028"/>
                </a:lnTo>
                <a:lnTo>
                  <a:pt x="2567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95324" y="1488761"/>
            <a:ext cx="8884888" cy="96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446"/>
              </a:lnSpc>
              <a:spcBef>
                <a:spcPct val="0"/>
              </a:spcBef>
            </a:pPr>
            <a:r>
              <a:rPr lang="en-US" b="true" sz="6708">
                <a:solidFill>
                  <a:srgbClr val="FFFFFF"/>
                </a:solidFill>
                <a:latin typeface="Tek Arabic Condensed Semi-Bold"/>
                <a:ea typeface="Tek Arabic Condensed Semi-Bold"/>
                <a:cs typeface="Tek Arabic Condensed Semi-Bold"/>
                <a:sym typeface="Tek Arabic Condensed Semi-Bold"/>
              </a:rPr>
              <a:t>Separation od concern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95076" y="4061217"/>
            <a:ext cx="11664224" cy="21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1"/>
              </a:lnSpc>
            </a:pPr>
            <a:r>
              <a:rPr lang="en-US" sz="4692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Frontend : Presentation layer.</a:t>
            </a:r>
          </a:p>
          <a:p>
            <a:pPr algn="l">
              <a:lnSpc>
                <a:spcPts val="5631"/>
              </a:lnSpc>
            </a:pPr>
            <a:r>
              <a:rPr lang="en-US" sz="4692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Backend: Logic and data processing.</a:t>
            </a:r>
          </a:p>
          <a:p>
            <a:pPr algn="l">
              <a:lnSpc>
                <a:spcPts val="5631"/>
              </a:lnSpc>
            </a:pPr>
            <a:r>
              <a:rPr lang="en-US" sz="4692">
                <a:solidFill>
                  <a:srgbClr val="FFFFFF"/>
                </a:solidFill>
                <a:latin typeface="TT Commons Pro Expanded"/>
                <a:ea typeface="TT Commons Pro Expanded"/>
                <a:cs typeface="TT Commons Pro Expanded"/>
                <a:sym typeface="TT Commons Pro Expanded"/>
              </a:rPr>
              <a:t>Improves maintainability and Stability.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9144000" y="2434590"/>
            <a:ext cx="933621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7077972"/>
            <a:ext cx="2567222" cy="3209028"/>
          </a:xfrm>
          <a:custGeom>
            <a:avLst/>
            <a:gdLst/>
            <a:ahLst/>
            <a:cxnLst/>
            <a:rect r="r" b="b" t="t" l="l"/>
            <a:pathLst>
              <a:path h="3209028" w="2567222">
                <a:moveTo>
                  <a:pt x="2567222" y="0"/>
                </a:moveTo>
                <a:lnTo>
                  <a:pt x="0" y="0"/>
                </a:lnTo>
                <a:lnTo>
                  <a:pt x="0" y="3209028"/>
                </a:lnTo>
                <a:lnTo>
                  <a:pt x="2567222" y="3209028"/>
                </a:lnTo>
                <a:lnTo>
                  <a:pt x="256722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14844" y="3805809"/>
            <a:ext cx="13344456" cy="3413698"/>
          </a:xfrm>
          <a:custGeom>
            <a:avLst/>
            <a:gdLst/>
            <a:ahLst/>
            <a:cxnLst/>
            <a:rect r="r" b="b" t="t" l="l"/>
            <a:pathLst>
              <a:path h="3413698" w="13344456">
                <a:moveTo>
                  <a:pt x="0" y="0"/>
                </a:moveTo>
                <a:lnTo>
                  <a:pt x="13344456" y="0"/>
                </a:lnTo>
                <a:lnTo>
                  <a:pt x="13344456" y="3413698"/>
                </a:lnTo>
                <a:lnTo>
                  <a:pt x="0" y="3413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95324" y="1488761"/>
            <a:ext cx="8884888" cy="96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446"/>
              </a:lnSpc>
              <a:spcBef>
                <a:spcPct val="0"/>
              </a:spcBef>
            </a:pPr>
            <a:r>
              <a:rPr lang="en-US" b="true" sz="6708">
                <a:solidFill>
                  <a:srgbClr val="FFFFFF"/>
                </a:solidFill>
                <a:latin typeface="Tek Arabic Condensed Semi-Bold"/>
                <a:ea typeface="Tek Arabic Condensed Semi-Bold"/>
                <a:cs typeface="Tek Arabic Condensed Semi-Bold"/>
                <a:sym typeface="Tek Arabic Condensed Semi-Bold"/>
              </a:rPr>
              <a:t>Penetration Testing Results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DAG7uzkAYm4</dc:identifier>
  <dcterms:modified xsi:type="dcterms:W3CDTF">2011-08-01T06:04:30Z</dcterms:modified>
  <cp:revision>1</cp:revision>
  <dc:title>Inventory Management System CRUD Testing Demonstration</dc:title>
</cp:coreProperties>
</file>